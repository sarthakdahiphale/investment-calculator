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CAPITAL BUDGETING &amp; FINANCIAL FEASIBILITY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InvestWise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Next-Generation Investment Appraisal &amp; Capital Allocation 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D9488"/>
                </a:solidFill>
              </a:defRPr>
            </a:pPr>
            <a:r>
              <a:t>Key Highlights of the Platform:</a:t>
            </a:r>
          </a:p>
          <a:p>
            <a:pPr>
              <a:spcAft>
                <a:spcPts val="1000"/>
              </a:spcAft>
              <a:defRPr sz="1350">
                <a:solidFill>
                  <a:srgbClr val="0F172A"/>
                </a:solidFill>
              </a:defRPr>
            </a:pPr>
            <a:r>
              <a:t>•  Comprehensive Project Feasibility: NPV, IRR, Payback, ROI &amp; Break-Even</a:t>
            </a:r>
          </a:p>
          <a:p>
            <a:pPr>
              <a:spcAft>
                <a:spcPts val="1000"/>
              </a:spcAft>
              <a:defRPr sz="1350">
                <a:solidFill>
                  <a:srgbClr val="0F172A"/>
                </a:solidFill>
              </a:defRPr>
            </a:pPr>
            <a:r>
              <a:t>•  Fixed Viewport Application Shell (Zero Infinite Scrolling)</a:t>
            </a:r>
          </a:p>
          <a:p>
            <a:pPr>
              <a:spcAft>
                <a:spcPts val="1000"/>
              </a:spcAft>
              <a:defRPr sz="1350">
                <a:solidFill>
                  <a:srgbClr val="0F172A"/>
                </a:solidFill>
              </a:defRPr>
            </a:pPr>
            <a:r>
              <a:t>•  Built with React 19, Vite 8, Recharts &amp; Python Flask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Confidential • Executive Presentation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MARKET NEED &amp;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Problem in Corporate Investment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Traditional capital appraisal workflows are prone to structural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Fragile Spreadsheet Models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Excel formulas often contain hidden broken references, circular logic, and lack version integrity across corporate finance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Inconsistent Calculation Methods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IRR bisection iterations and exact fractional payback recoveries are frequently approximated or computed incorrectly.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Absence of Stress-Testing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Teams rarely stress-test simultaneously across optimistic, base, and pessimistic scenarios with real-time parameter tweaking.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Disjointed Executive Reporting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Decision committees struggle with raw spreadsheets rather than visual crossover curves, margin-of-safety charts, and audit verdicts.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InvestWise Solution &amp;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 standardized, executive-ready financial appraisal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Gold Standard 5 Core Metrics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Integrates Net Present Value, Internal Rate of Return, Payback Period, ROI, and Break-Even Analysis into a cohesive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Fixed 100vh Application Shell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frustrating infinite scrolling. Each section renders independently inside an executive dashboard viewport.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Dynamic Sensitivity Modeling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Interactive real-time sliders for hurdle rates, unit prices, variable costs, and fixed overheads with instant curve recalculations.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Dual Persistence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Offline-first browser LocalStorage with 4 realistic demonstration models + Python Flask / MySQL backend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APPRAISAL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Net Present Value (NPV)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definitive benchmark for shareholder value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Mathematical Formula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NPV = Σ [ Ct / (1 + r)^t ] - C0, where Ct represents net annual cash flow, r is the corporate hurdle rate, and C0 is the initial capital outlay.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NPV Sensitivity Curve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Plots project NPV across a dynamic discount rate range from 0% to 28% to visualize project margin against capital costs.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Zero-NPV Crossing Boundary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Visually indicates the exact discount rate where project value reaches zero, bridging directly into IRR.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Decision Verdict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Automated feasibility rule: NPV &gt; 0 signals immediate value accretion; NPV &lt; 0 warns of capital destruction.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APPRAISAL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Internal Rate of Return (IRR)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Robust numerical root-finding algorithm with hurdle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Hybrid Root-Finding Algorithm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Combines the Bisection method for convergence guarantees with Newton-Raphson iterations for micro-precision.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Convergence &amp; Sign Detection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Automated pre-validation checks for cash flow sign changes to handle non-conventional cash flows safely.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Hurdle Rate Benchmark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Compares project IRR directly against corporate WACC / cost of capital with visual surplus/deficit indicators (+X.X% spread).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Executive Recommendation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Flags whether the project exceeds required corporate return thresholds to support capital allocation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APPRAISAL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Payback Period &amp; Return on Investment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Balancing capital liquidity risks with overall profitability yields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Exact Fractional Payback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Calculates precise recovery years: Base Years + [ |Unrecovered Outlay| / Next Year Cash Flow ] with both nominal and discounted streams.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Cumulative Cash Flow Curve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Visualizes the capital deficit trough and tracks the exact temporal inflection point where the project reaches break-even.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Total ROI &amp; Capital ROI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Measures net profit yields relative to total operational costs and initial capital outlay over the investment lifespan.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Annualized Compound Yield (CAGR)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Computes the compound annual growth rate to benchmark against fixed-income and alternative market yields.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APPRAISAL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Break-Even Analysis &amp; CVP Crossover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Evaluating commercial operational viability and risk margins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Break-Even Physical Volume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Calculates: Fixed Overhead / (Unit Selling Price - Variable Cost per Unit) to find minimum unit sales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Break-Even Revenue &amp; CM Ratio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Computes turnover threshold and Contribution Margin Ratio (%) to evaluate operating leverage.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Margin of Safety Analysis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Measures the physical volume and percentage buffer before the enterprise incurs operational losses.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CVP Crossover Chart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Interactive multi-line chart mapping Fixed Costs, Total Operating Costs, and Gross Revenue across sales volumes.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PORTFOLIO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Multi-Project Comparison &amp;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Enabling capital allocation committees to prioritize competing bids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Side-by-Side Benchmark Matrix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Compares multiple capital proposals across NPV, IRR, Payback, ROI, and Break-Even simultaneously.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Automated Winner Badges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Dynamic highlighting of highest NPV, highest IRR, fastest capital payback, and lowest break-even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Comparative Yield Charts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Multi-bar visual comparisons contrasting project capital requirements against net value yields.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One-Click Deep-Dive Navigation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Direct action links allowing analysts to immediately inspect individual models from the comparison matrix.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RISK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Scenario Analysis &amp; Stress-Testing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Evaluating portfolio resilience under adverse economic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 Simultaneous Scenarios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Optimistic (Bull Case), Expected (Base Case), and Pessimistic (Bear Case) models maintained in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Revenue &amp; Cost Shock Sliders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Adjust revenue swings (±30%), cost escalations (inflation), and discount rate volatility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Portfolio Resilience Charts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Visual bars demonstrating whether projects remain profitable under extreme market downturns.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One-Click Reset &amp; Tuning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Instantly restore baseline assumptions or apply custom sensitivity shocks for committee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Engineering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Modern, decoupled full-stack design for agility and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Frontend Framework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React 19 with Vite 8 for instant HMR; Lucide React iconography; Recharts responsive SVG charting.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Design System &amp; Shell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Vanilla CSS tokens, custom properties, glassmorphism cards, and strict fixed 100vh viewport architecture.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Backend REST API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Python 3 Flask API with CORS middleware, mathematical helpers, and SQLAlchemy ORM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Storage &amp; Persistence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Browser LocalStorage API for offline operation + MySQL relational database schema with SQLite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GOVERNANCE &amp;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Audit-Ready Reports &amp; Data Exporting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Enterprise governance, printable dossiers, and data mobility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Executive Appraisal Dossier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Comprehensive printable report with executive summary, feasibility verdict, and KPI scorecard.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Print-Ready Media Stylesheet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Optimized window.print() CSS styles formatted cleanly for A4/Letter board packs without UI clutter.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CSV Schedule Downloads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Full annual cash flow schedule and project inventory download for external audit reviews.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JSON Workspace Backup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One-click export and import of complete project portfolios for seamless team migration.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BUSINESS IMPACT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Value Delivered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Transforming capital allocation from guesswork into data-driven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7627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Measurable ROI Impact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Reduces project appraisal preparation time by 90% while eliminating critical spreadsheet calculation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7627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Standardized Decision Criteria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Creates a unified methodology for investment committees across all business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Upcoming Roadmap Features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Planned integrations: Live real-time currency FX APIs, Monte Carlo simulation, and Enterprise SSO/LDAP.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70832"/>
            <a:ext cx="457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850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Live Application Access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Production-ready build running locally on http://localhost:5173/ with zero external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